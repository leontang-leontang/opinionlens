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Microsoft YaHei"/>
              </a:rPr>
              <a:t>舆论透镜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DDFF"/>
                </a:solidFill>
                <a:latin typeface="Microsoft YaHei"/>
              </a:rPr>
              <a:t>OpinionLens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749039"/>
            <a:ext cx="21305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多平台社交媒体舆论分析平台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FF"/>
                </a:solidFill>
                <a:latin typeface="Microsoft YaHei"/>
              </a:rPr>
              <a:t>基于网络科学与NLP的深度舆论洞察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EE88"/>
                </a:solidFill>
                <a:latin typeface="Microsoft YaHei"/>
              </a:rPr>
              <a:t>内置实战案例：高市早苗推文数据集（27万条推文 · 5万用户 · 213天）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7EEA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实战案例总览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高市早苗数据分析成果一览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7EEA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意见领袖识别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综合影响力得分 + PageRank + 介数中心性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7EEA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情感量化分析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多语言词典 · 正面/中立/负面分布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7EEA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话题聚类追踪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Hashtag频率 · 话题演化 · 生命周期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7EEA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异常检测预警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热度突增 · 可疑账号 · 协同传播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7200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709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7EEA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网络结构分析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577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小世界网络 · 社区划分 · 传播链路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01  实战案例总览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高市早苗推文数据集完整分析成果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推文总数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271,852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749039" cy="14630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441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参与用户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50,466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749039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441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数据跨度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213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3749039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传播关系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120,030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926080"/>
            <a:ext cx="3749039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0358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网络节点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40,902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926080"/>
            <a:ext cx="3749039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0358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热门话题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34,297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个标签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54880"/>
            <a:ext cx="11430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  <a:latin typeface="Microsoft YaHei"/>
              </a:rPr>
              <a:t>关键发现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30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传播网络呈「核心-中介-边缘」三层结构：@takaichi_sanae PageRank=0.0226，是第二名的12倍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5040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情感分布：正面16.9% · 中立78% · 负面5.1%，正负比3.3:1，支持声量显著大于反对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04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统一教会相关话题超8,800次，成为第二大争议焦点，批评标签高度集中且潜在组织化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90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- 2025-10-04单日互动突破1070万，事件驱动型传播特征明显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02  意见领袖识别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综合影响力得分 = 0.4xPageRank + 0.3xBetweenness + 0.3xDegreeCentrality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排名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188720"/>
            <a:ext cx="228600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234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用户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146304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34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粉丝数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11887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234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影响力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188720"/>
            <a:ext cx="34747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344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角色定位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91640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465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7EEA"/>
                </a:solidFill>
                <a:latin typeface="Microsoft YaHei"/>
              </a:rPr>
              <a:t>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691640"/>
            <a:ext cx="2286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74650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7EEA"/>
                </a:solidFill>
                <a:latin typeface="Microsoft YaHei"/>
              </a:rPr>
              <a:t>@takaichi_sanae(本人)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691640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7465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7EEA"/>
                </a:solidFill>
                <a:latin typeface="Microsoft YaHei"/>
              </a:rPr>
              <a:t>288万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691640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17465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7EEA"/>
                </a:solidFill>
                <a:latin typeface="Microsoft YaHei"/>
              </a:rPr>
              <a:t>0.0177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691640"/>
            <a:ext cx="3474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174650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7EEA"/>
                </a:solidFill>
                <a:latin typeface="Microsoft YaHei"/>
              </a:rPr>
              <a:t>传播核心 - PageRank=0.0226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221992"/>
            <a:ext cx="5486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2768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221992"/>
            <a:ext cx="228600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2768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@ashitawawatashi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221992"/>
            <a:ext cx="14630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2768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2.9万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221992"/>
            <a:ext cx="1188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2276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0.0091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221992"/>
            <a:ext cx="3474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2276856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高互动草根 - 持续评论放大声量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752344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807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2752344"/>
            <a:ext cx="2286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28072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@47news_official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752344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2807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8.5万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2752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59" y="28072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2752344"/>
            <a:ext cx="3474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80" y="280720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媒体中介 - 信息分发节点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282696"/>
            <a:ext cx="5486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282696"/>
            <a:ext cx="228600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@iloveyoulove777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282696"/>
            <a:ext cx="14630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3万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3282696"/>
            <a:ext cx="1188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59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0.0063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3282696"/>
            <a:ext cx="3474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33375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高互动草根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813048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386791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3813048"/>
            <a:ext cx="2286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3867911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@Sankei_news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3813048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46120" y="38679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87万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3813048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59" y="386791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3813048"/>
            <a:ext cx="3474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97880" y="3867911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媒体中介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343400"/>
            <a:ext cx="5486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3982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4343400"/>
            <a:ext cx="228600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" y="43982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@kazu10233147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4343400"/>
            <a:ext cx="14630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6120" y="4398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4.4万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4343400"/>
            <a:ext cx="1188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09159" y="43982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0.0060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4343400"/>
            <a:ext cx="3474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439826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高互动草根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873752"/>
            <a:ext cx="5486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928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" y="4873752"/>
            <a:ext cx="2286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0120" y="49286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@YahooNewsTopics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4873752"/>
            <a:ext cx="14630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46120" y="49286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202万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4873752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09159" y="49286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0.0053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52160" y="4873752"/>
            <a:ext cx="3474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97880" y="4928616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媒体中介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404104"/>
            <a:ext cx="5486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5458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#8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5404104"/>
            <a:ext cx="228600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0120" y="5458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@nikkei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404104"/>
            <a:ext cx="146304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46120" y="5458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391万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5404104"/>
            <a:ext cx="1188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09159" y="5458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0.0050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52160" y="5404104"/>
            <a:ext cx="3474720" cy="4846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97880" y="545896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媒体中介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0" y="1188720"/>
            <a:ext cx="24688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78408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Microsoft YaHei"/>
              </a:rPr>
              <a:t>发现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8408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</a:rPr>
              <a:t>网络三层结构：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92640" y="2103120"/>
            <a:ext cx="2286000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84080" y="21762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核心发布层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84080" y="248716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@takaichi_sanae
本人账号，发布源头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92640" y="3429000"/>
            <a:ext cx="2286000" cy="11887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84080" y="3502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媒体中介层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84080" y="381304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@47news @Sankei
@nikkei等，信息分发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92640" y="4754879"/>
            <a:ext cx="22860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84080" y="482803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草根放大层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84080" y="5138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高互动普通用户
持续评论放大声量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03  情感量化分析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基于多语言情感词典对全部27万条推文自动分类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正面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8,431条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Microsoft YaHei"/>
              </a:rPr>
              <a:t>占比16.9%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支持、赞扬、认同
如：「支持！」「加油！」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749039" cy="2560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中立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39,006条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Microsoft YaHei"/>
              </a:rPr>
              <a:t>占比78.0%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43200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788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客观陈述、信息转发
如：新闻转发、事实陈述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负面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2,563条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Microsoft YaHei"/>
              </a:rPr>
              <a:t>占比5.1%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743200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788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批评、反对、讽刺
如：「失望」「反对」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86200"/>
            <a:ext cx="114300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深层洞察（表面数据下的结构风险）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708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1. 正负比3.3:1：总体有利，但批评声音集中在特定标签（#高市やめろ、#高市は統一教会），呈高度标签化特征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2. 78%中立主导：公众仍处于「收集信息、形成判断」阶段，尚未进入态度固化，是干预窗口期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21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3. 负面标签集中：批评性标签合计超2.4万次，其中「最悪の总理大臣」「やめろ」「国難」超过1.7万次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972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4. 潜在组织化：批评声音的高度标签化结构，暗示可能存在有组织的负面舆论推动行为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04  话题聚类与追踪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Hashtag频率统计 + Jieba关键词提取 + 时间演化追踪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Microsoft YaHei"/>
              </a:rPr>
              <a:t>热门话题 TOP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457200" cy="38404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EEA"/>
                </a:solidFill>
                <a:latin typeface="Microsoft YaHei"/>
              </a:rPr>
              <a:t>#高市早苗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67EEA"/>
                </a:solidFill>
                <a:latin typeface="Microsoft YaHei"/>
              </a:rPr>
              <a:t>17,125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5999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  <a:latin typeface="Microsoft YaHei"/>
              </a:rPr>
              <a:t>#高市早苗は憲政史上最悪の总理大臣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0428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6,171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34056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797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  <a:latin typeface="Microsoft YaHei"/>
              </a:rPr>
              <a:t>#高市やめろ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79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6,077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9544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36975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55263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  <a:latin typeface="Microsoft YaHei"/>
              </a:rPr>
              <a:t>#高市早苗が国難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25526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5,071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85032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1246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30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  <a:latin typeface="Microsoft YaHei"/>
              </a:rPr>
              <a:t>#高市早苗って統一教会だったんだな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730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4,596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06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#高市早苗は統一教会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4,206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36008"/>
            <a:ext cx="457200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81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#自民党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681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Microsoft YaHei"/>
              </a:rPr>
              <a:t>3,874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11496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389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572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#高市早苗は平気で嘘をつく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5157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3,430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586984"/>
            <a:ext cx="457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144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6327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#高市早苗を支持しません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5632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Microsoft YaHei"/>
              </a:rPr>
              <a:t>3,090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062472"/>
            <a:ext cx="457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08990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6108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#高市早苗总理を支持します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  <a:latin typeface="Microsoft YaHei"/>
              </a:rPr>
              <a:t>1,355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188720"/>
            <a:ext cx="557784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7EEA"/>
                </a:solidFill>
                <a:latin typeface="Microsoft YaHei"/>
              </a:rPr>
              <a:t>话题特征分析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1783080"/>
            <a:ext cx="54864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  <a:latin typeface="Microsoft YaHei"/>
              </a:rPr>
              <a:t>核心标签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#高市早苗 17,125次，占据绝对主导地位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2587752"/>
            <a:ext cx="54864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2633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  <a:latin typeface="Microsoft YaHei"/>
              </a:rPr>
              <a:t>批评主导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2953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TOP10中批评性标签合计超24,000次，负面声音在标签层面占绝对多数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3392424"/>
            <a:ext cx="54864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34381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  <a:latin typeface="Microsoft YaHei"/>
              </a:rPr>
              <a:t>宗教关联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7581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统一教会相关话题合计超8,800次，成为第二大争议焦点，持续从10月到次年4月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197096"/>
            <a:ext cx="54864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42428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  <a:latin typeface="Microsoft YaHei"/>
              </a:rPr>
              <a:t>支持并存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45628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同时存在#高市早苗总理を支持します（1,355次），体现舆论场多元性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001768"/>
            <a:ext cx="54864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5047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  <a:latin typeface="Microsoft YaHei"/>
              </a:rPr>
              <a:t>时间演化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53675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2025-10峰值（1070万互动）-&gt; 2026-02选举期多高峰 -&gt; 话题持续213天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806440"/>
            <a:ext cx="54864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5852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7EEA"/>
                </a:solidFill>
                <a:latin typeface="Microsoft YaHei"/>
              </a:rPr>
              <a:t>周期特征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6172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爆发期（事件驱动）-&gt; 扩散期（媒体跟进）-&gt; 消退期（但未完全消失）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05  异常检测与风险预警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热度突增 · 可疑账号风险评分 · 协同传播识别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热度突增检测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749039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自动检测Z-score&gt;3的异常事件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3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Microsoft YaHei"/>
              </a:rPr>
              <a:t>2025-10-04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3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6,832条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488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+347%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重大政治事件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7"/>
            <a:ext cx="3749039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07207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Microsoft YaHei"/>
              </a:rPr>
              <a:t>2026-02-01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80720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4,615条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07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+189%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80720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自民党总裁选举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19856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65575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Microsoft YaHei"/>
              </a:rPr>
              <a:t>2026-02-08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65575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3,534条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465575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+112%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65575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选举相关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188720"/>
            <a:ext cx="3749039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可疑账号评分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737360"/>
            <a:ext cx="3749039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7647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自动检测Z-score&gt;3的异常事件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10312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214883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回复比例过高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14883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权重30%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1488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被动传播特征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1488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高风险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761487"/>
            <a:ext cx="3749039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2807207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粉丝/发帖比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80720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权重25%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807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僵尸粉特征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80720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高风险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419856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3465575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高发帖量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465575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权重20%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465575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自动化特征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465575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高风险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078224"/>
            <a:ext cx="3749039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41239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日均发帖异常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12394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权重20%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12394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批量操作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12394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高风险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188720"/>
            <a:ext cx="3749039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协同传播识别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1737360"/>
            <a:ext cx="3749039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17647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自动检测Z-score&gt;3的异常事件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210312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214883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icrosoft YaHei"/>
              </a:rPr>
              <a:t>内容相似度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214883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&gt;80%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21488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识别协同信号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21488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检测方法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2761487"/>
            <a:ext cx="3749039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2807207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icrosoft YaHei"/>
              </a:rPr>
              <a:t>时间窗口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280720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&lt;30分钟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28072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协同操纵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280720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检测方法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3419856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3465575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icrosoft YaHei"/>
              </a:rPr>
              <a:t>账号关联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3465575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转发关系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3465575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Microsoft YaHei"/>
              </a:rPr>
              <a:t>组织性行为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0" y="3465575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检测方法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206240"/>
            <a:ext cx="11430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  <a:latin typeface="Microsoft YaHei"/>
              </a:rPr>
              <a:t>为什么异常检测很重要？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709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热度突增揭示「事件驱动型传播」：2025-10-04单日互动1070万，对应重大政治事件，可用于锁定关键时间节点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148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可疑账号发现「非自然声量」：高发帖量+低互动+被动传播账号可能是有组织推动，而非真实民意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5869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协同传播识别「有组织行为」：统一教会相关批评标签的高度集中，暗示可能存在预先策划的群体舆论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0258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- 异常检测让你从「被动响应」变为「主动预判」，在舆论危机升级前获得预警窗口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06  网络结构分析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NetworkX图论算法 · 小世界网络验证 · 社区检测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Microsoft YaHei"/>
              </a:rPr>
              <a:t>节点数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40,902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Microsoft YaHei"/>
              </a:rPr>
              <a:t>用户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49039" cy="11887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Microsoft YaHei"/>
              </a:rPr>
              <a:t>边数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120,030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Microsoft YaHei"/>
              </a:rPr>
              <a:t>传播关系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Microsoft YaHei"/>
              </a:rPr>
              <a:t>网络密度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0.000072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Microsoft YaHei"/>
              </a:rPr>
              <a:t>典型小世界特征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3749039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Microsoft YaHei"/>
              </a:rPr>
              <a:t>最大连通分量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89.1%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Microsoft YaHei"/>
              </a:rPr>
              <a:t>信息可有效扩散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560320"/>
            <a:ext cx="3749039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Microsoft YaHei"/>
              </a:rPr>
              <a:t>平均聚类系数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971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0.0303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Microsoft YaHei"/>
              </a:rPr>
              <a:t>跨群体传播效率高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560320"/>
            <a:ext cx="3749039" cy="1188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Microsoft YaHei"/>
              </a:rPr>
              <a:t>连通分量数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71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2,023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Microsoft YaHei"/>
              </a:rPr>
              <a:t>多元分化格局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23360"/>
            <a:ext cx="11430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  <a:latin typeface="Microsoft YaHei"/>
              </a:rPr>
              <a:t>网络特征解读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1. 高连通性：89.1%节点位于最大连通分量，信息可有效扩散至大部分用户，网络整体具备良好的传播效率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10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2. 小世界特性：极低密度（0.000072）符合典型小世界网络——局部连接+少数关键节点实现全局连通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943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3. 多社区结构：2,023个连通分量反映多元分化格局，不同群体间存在信息壁垒，形成不同观点阵营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784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4. 低聚类高传播：聚类系数0.0303表明用户倾向跨越群体边界互动，有利于信息多路径扩散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62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YaHei"/>
              </a:rPr>
              <a:t>5. 三层结构验证：网络分析验证了「核心（@takaichi_sanae）-&gt; 媒体中介 -&gt; 草根边缘」的传播权力结构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核心功能体系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8大分析模块，覆盖舆论研究全流程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83464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数据源管理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多平台抓取
Reddit/微博/RSS
JSONL导入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834640" cy="502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618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传播网络分析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783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NetworkX图构建
PageRank算法
社区检测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8346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2618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意见领袖识别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783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综合影响力得分
TOP N排名
用户画像卡片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8346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2618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情感分析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783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多语言词典
情感趋势图
高强度识别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28346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13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话题聚类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348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Hashtag统计
Jieba关键词
话题演化图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84048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840480"/>
            <a:ext cx="283464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913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时间序列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4348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日/周/月粒度
热度曲线
Burst检测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283464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913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异常检测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4348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热度突增告警
可疑账号评分
协同传播识别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84048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3840480"/>
            <a:ext cx="28346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913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话题深度搜索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4348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Microsoft YaHei"/>
              </a:rPr>
              <a:t>关键词分析
参与者统计
代表性推文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Microsoft YaHei"/>
              </a:rPr>
              <a:t>React + NetworkX + ECharts — 纯前端零成本部署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用户层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8872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25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Web浏览器 / 移动端 PWA / API调用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前端层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46888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606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React 18 + Vite + Ant Design 5 + ECharts 5
SPA单页应用 · 响应式设计 · 移动端适配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10972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5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数据处理层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749039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8862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Python Pandas/NumPy · NetworkX（图论算法）
Jieba（中文NLP）· 多语言情感词典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199"/>
            <a:ext cx="11247120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03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数据存储层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5029199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166359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JSON/CSV文件 -&gt; Vite打包嵌入JS Bundle
Netlify CDN全球加速 · 零服务器成本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为什么选择舆论透镜？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Microsoft YaHei"/>
              </a:rPr>
              <a:t>5大核心价值主张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240280" cy="5486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普惠化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将复杂网络科学分析能力普惠给非技术背景用户，无需编程即可深度分析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188720"/>
            <a:ext cx="2240280" cy="54864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深度分析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9232" y="205740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19456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不仅看表面数据，更揭示传播结构、影响力层级和异常模式，洞察表象背后的本质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1188720"/>
            <a:ext cx="2240280" cy="5486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快速交付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58384" y="205740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1224" y="219456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从数据到可视化结果最短1小时内完成，实时预警，关键时间窗口不遗漏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43216" y="1188720"/>
            <a:ext cx="2240280" cy="548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低成本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205740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219456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纯前端架构，零服务器成本，适合个人研究者和小团队，开源可二次开发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02368" y="1188720"/>
            <a:ext cx="2240280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8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可扩展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76688" y="2057400"/>
            <a:ext cx="16916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19456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开源架构支持根据需求二次开发，功能模块可灵活组合，支持多语言扩展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icrosoft YaHei"/>
              </a:rPr>
              <a:t>立即体验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DDFF"/>
                </a:solidFill>
                <a:latin typeface="Microsoft YaHei"/>
              </a:rPr>
              <a:t>舆论透镜 OpinionLens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383280"/>
            <a:ext cx="21305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67EEA"/>
                </a:solidFill>
                <a:latin typeface="Microsoft YaHei"/>
              </a:rPr>
              <a:t>在线演示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297680"/>
            <a:ext cx="29260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内置高市早苗案例数据
直接访问无需部署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7EEA"/>
                </a:solidFill>
                <a:latin typeface="Microsoft YaHei"/>
              </a:rPr>
              <a:t>deft-cobbler-20d1c4
.netlify.app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657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67EEA"/>
                </a:solidFill>
                <a:latin typeface="Microsoft YaHei"/>
              </a:rPr>
              <a:t>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297680"/>
            <a:ext cx="29260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完整开源代码
本地快速部署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7EEA"/>
                </a:solidFill>
                <a:latin typeface="Microsoft YaHei"/>
              </a:rPr>
              <a:t>github.com/LeonTang
-LeonTang/OpinionLens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657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794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67EEA"/>
                </a:solidFill>
                <a:latin typeface="Microsoft YaHei"/>
              </a:rPr>
              <a:t>内置数据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297680"/>
            <a:ext cx="292608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Microsoft YaHei"/>
              </a:rPr>
              <a:t>27万条推文
5万用户 · 213天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7EEA"/>
                </a:solidFill>
                <a:latin typeface="Microsoft YaHei"/>
              </a:rPr>
              <a:t>高市早苗 · Marine Le Pen
等多个数据集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FF"/>
                </a:solidFill>
                <a:latin typeface="Microsoft YaHei"/>
              </a:rPr>
              <a:t>AI Society Research Team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