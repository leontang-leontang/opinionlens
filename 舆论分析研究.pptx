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舆论传播机制与意见领袖分析研究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0"/>
                </a:solidFill>
              </a:defRPr>
            </a:pPr>
            <a:r>
              <a:t>基于高市早苗相关推文的社交媒体舆论研究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C8DC"/>
                </a:solidFill>
              </a:defRPr>
            </a:pPr>
            <a:r>
              <a:t>AI Society Research Team  | 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目录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研究背景与目的</a:t>
            </a:r>
          </a:p>
          <a:p>
            <a:pPr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数据收集与处理</a:t>
            </a:r>
          </a:p>
          <a:p>
            <a:pPr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分析维度与方法</a:t>
            </a:r>
          </a:p>
          <a:p>
            <a:pPr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网络结构分析</a:t>
            </a:r>
          </a:p>
          <a:p>
            <a:pPr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意见领袖识别</a:t>
            </a:r>
          </a:p>
          <a:p>
            <a:pPr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情感分析结果</a:t>
            </a:r>
          </a:p>
          <a:p>
            <a:pPr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话题聚类分析</a:t>
            </a:r>
          </a:p>
          <a:p>
            <a:pPr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时间序列分析</a:t>
            </a:r>
          </a:p>
          <a:p>
            <a:pPr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系统设计与实现</a:t>
            </a:r>
          </a:p>
          <a:p>
            <a:pPr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结论与展望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舆论传播机制与意见领袖分析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01  研究背景与目的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研究背景与目的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研究背景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社交媒体深刻改变舆论形成和传播模式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Twitter/X成为政治人物与公众互动的重要平台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高市早苗相关推文涵盖多个重要政治节点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研究目的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揭示舆论传播机制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识别舆论场中的关键影响者（意见领袖）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量化公众情感态度分布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追踪话题演化趋势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构建可视化舆论分析平台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舆论传播机制与意见领袖分析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02  数据收集与处理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数据概览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70C0"/>
                </a:solidFill>
              </a:defRPr>
            </a:pPr>
            <a:r>
              <a:t>271,852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0000"/>
                </a:solidFill>
              </a:defRPr>
            </a:pPr>
            <a:r>
              <a:t>条有效推文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时间跨度：213天（2025年10月-2026年5月）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参与用户：50,463人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传播关系：159,143条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热门话题标签：50+个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语言：中文为主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舆论传播机制与意见领袖分析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数据字段与预处理流程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数据字段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用户属性：ID、粉丝数、关注数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互动指标：点赞、转发、回复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传播信息：回复/引用关系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内容实体：话题标签、@提及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时间信息：发布时间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预处理流程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数据清洗：过滤无效记录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字段标准化：统一日期格式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数据转换：JSONL→CSV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特征工程：计算参与度得分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提取时间维度特征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舆论传播机制与意见领袖分析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03  分析维度与方法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四大分析维度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传播网络分析：NetworkX构建有向图，分析度中心性、PageRank、介数中心性</a:t>
            </a:r>
            <a:br/>
            <a:r>
              <a:t>• 意见领袖识别：综合PageRank(40%)、介数中心性(30%)、度中心性(30%)的影响力评估模型</a:t>
            </a:r>
            <a:br/>
            <a:r>
              <a:t>• 情感分析：基于关键词匹配的情感分类（正面/中立/负面）</a:t>
            </a:r>
            <a:br/>
            <a:r>
              <a:t>• 话题聚类：话题标签频率统计 + jieba关键词提取 + 月度话题变化追踪</a:t>
            </a:r>
            <a:br/>
            <a:br/>
            <a:r>
              <a:t>• 情感分析：关键词匹配分类</a:t>
            </a:r>
            <a:br/>
            <a:r>
              <a:t>  - 正面/中立/负面三分类</a:t>
            </a:r>
            <a:br/>
            <a:r>
              <a:t>  - 正负情感比值 3.3:1</a:t>
            </a:r>
            <a:br/>
            <a:br/>
            <a:r>
              <a:t>• 话题聚类与时间分析</a:t>
            </a:r>
            <a:br/>
            <a:r>
              <a:t>  - Hashtag频率统计 + Jieba关键词提取</a:t>
            </a:r>
            <a:br/>
            <a:r>
              <a:t>  - 日/周/月三级时间粒度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舆论传播机制与意见领袖分析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04  网络结构分析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传播网络基础指标：</a:t>
            </a:r>
            <a:br/>
            <a:r>
              <a:t>• 节点数：40,902 | 边数：120,030</a:t>
            </a:r>
            <a:br/>
            <a:r>
              <a:t>• 网络密度：0.000072（稀疏网络特征）</a:t>
            </a:r>
            <a:br/>
            <a:br/>
            <a:r>
              <a:t>核心发现：</a:t>
            </a:r>
            <a:br/>
            <a:r>
              <a:t>• 89.1% 节点位于最大连通分量</a:t>
            </a:r>
            <a:br/>
            <a:r>
              <a:t>• 存在 2,023 个连通分量（多社区结构）</a:t>
            </a:r>
            <a:br/>
            <a:r>
              <a:t>• 平均聚类系数：0.0303</a:t>
            </a:r>
            <a:br/>
            <a:r>
              <a:t>• 星型拓扑：核心用户占据绝对信息优势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解读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网络节点数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40,902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活跃用户规模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网络边数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120,030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互动关系数量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网络密度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0.000072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稀疏网络，符合小世界特征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最大连通分量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36,427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89%节点互联，信息有效传播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连通分量数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2,023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话题多元化讨论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平均聚类系数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0.0303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用户倾向跨群体互动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舆论传播机制与意见领袖分析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05  意见领袖识别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TOP 10 意见领袖（影响力得分排名）：</a:t>
            </a:r>
            <a:br/>
            <a:br/>
            <a:r>
              <a:t>1. @takaichi_sanae（本人账号）| PageRank: 0.0226</a:t>
            </a:r>
            <a:br/>
            <a:r>
              <a:t>2. @ashitawawatashi | PageRank: 0.0018</a:t>
            </a:r>
            <a:br/>
            <a:r>
              <a:t>3. @47news_official（媒体账号）| PageRank: 0.0074</a:t>
            </a:r>
            <a:br/>
            <a:r>
              <a:t>4. @iloveyoulove777 | PageRank: 0.0020</a:t>
            </a:r>
            <a:br/>
            <a:r>
              <a:t>5. @cobta | PageRank: 0.0035</a:t>
            </a:r>
            <a:br/>
            <a:r>
              <a:t>6. @kazu10233147 | PageRank: 0.0019</a:t>
            </a:r>
            <a:br/>
            <a:r>
              <a:t>7. @Sankei_news（媒体账号）| PageRank: 0.0067</a:t>
            </a:r>
            <a:br/>
            <a:r>
              <a:t>8. @YahooNewsTopics | PageRank: 0.0048</a:t>
            </a:r>
            <a:br/>
            <a:r>
              <a:t>9. @nikkei | PageRank: 0.0044</a:t>
            </a:r>
            <a:br/>
            <a:r>
              <a:t>10. @TomoMachi | PageRank: 0.0014</a:t>
            </a:r>
            <a:br/>
            <a:br/>
            <a:r>
              <a:t>三层结构：政治人物核心层 → 媒体中介层 → 高互动草根层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用户名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粉丝数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发推数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PageRank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@takaichi_sanae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2,879,488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0.0226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@ashitawawatashi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28,755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0.0018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@47news_official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84,670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0.0074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@iloveyoulove777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30,401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0.0020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@cobta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72,773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0.0035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@kazu10233147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44,413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0.0019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@Sankei_news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866,940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0.0067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@YahooNewsTopics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2,023,757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0.0048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@nikkei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3,907,512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0.0044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@TomoMachi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366,569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0.0014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舆论传播机制与意见领袖分析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06  情感分析结果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情感态度分布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70C0"/>
                </a:solidFill>
              </a:defRPr>
            </a:pPr>
            <a:r>
              <a:t>78%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0000"/>
                </a:solidFill>
              </a:defRPr>
            </a:pPr>
            <a:r>
              <a:t>中立态度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正面情感：16.9%（8,431条）</a:t>
            </a:r>
            <a:br/>
            <a:r>
              <a:t>• 负面情感：5.1%（2,563条）</a:t>
            </a:r>
            <a:br/>
            <a:r>
              <a:t>• 正面:负面 = 3.3:1</a:t>
            </a:r>
            <a:br/>
            <a:r>
              <a:t>• 多数用户保持理性观望态度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舆论传播机制与意见领袖分析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07  话题聚类与时间分析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热门话题与时间特征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热门话题标签 TOP 5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#高市早苗 (17,125次)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#高市早苗は憲政史上最悪の总理大臣 (6,171)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#高市やめろ (6,077)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#高市早苗が国難 (5,071)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#高市早苗って統一教会 (4,596)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高热度时间点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2025-10-04：6,832条推文，互动量1067万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2026-02-01：4,615条推文，互动量410万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周内分布：周二、周六发帖量较高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事件驱动特征明显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舆论传播机制与意见领袖分析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08  系统设计与实现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系统架构与技术栈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前端层：React 18 + Vite + Ant Design 5 + ECharts 5</a:t>
            </a:r>
            <a:br/>
            <a:r>
              <a:t>• 数据处理：Pandas, NumPy, NetworkX, Jieba</a:t>
            </a:r>
            <a:br/>
            <a:r>
              <a:t>• 功能模块：舆论概览 | 情感分析 | 话题分析 | 意见领袖 | 传播网络</a:t>
            </a:r>
            <a:br/>
            <a:r>
              <a:t>• 部署架构：CSV/JSON数据存储 + RESTful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舆论传播机制与意见领袖分析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研究结论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0"/>
              </a:spcAft>
              <a:defRPr sz="2400">
                <a:solidFill>
                  <a:srgbClr val="000000"/>
                </a:solidFill>
              </a:defRPr>
            </a:pPr>
            <a:r>
              <a:t>1.  传播网络呈现中心化特征：核心节点（意见领袖）对信息传播具有决定性影响</a:t>
            </a:r>
          </a:p>
          <a:p>
            <a:pPr>
              <a:spcBef>
                <a:spcPts val="1000"/>
              </a:spcBef>
              <a:spcAft>
                <a:spcPts val="2000"/>
              </a:spcAft>
              <a:defRPr sz="2400">
                <a:solidFill>
                  <a:srgbClr val="000000"/>
                </a:solidFill>
              </a:defRPr>
            </a:pPr>
            <a:r>
              <a:t>2.  情感态度总体偏正面：正面情感(16.9%)超过负面(5.1%)，但批评性话题活跃</a:t>
            </a:r>
          </a:p>
          <a:p>
            <a:pPr>
              <a:spcBef>
                <a:spcPts val="1000"/>
              </a:spcBef>
              <a:spcAft>
                <a:spcPts val="2000"/>
              </a:spcAft>
              <a:defRPr sz="2400">
                <a:solidFill>
                  <a:srgbClr val="000000"/>
                </a:solidFill>
              </a:defRPr>
            </a:pPr>
            <a:r>
              <a:t>3.  话题高度集中于政治人物本人：宗教关联和政党立场是主要争议焦点</a:t>
            </a:r>
          </a:p>
          <a:p>
            <a:pPr>
              <a:spcBef>
                <a:spcPts val="1000"/>
              </a:spcBef>
              <a:spcAft>
                <a:spcPts val="2000"/>
              </a:spcAft>
              <a:defRPr sz="2400">
                <a:solidFill>
                  <a:srgbClr val="000000"/>
                </a:solidFill>
              </a:defRPr>
            </a:pPr>
            <a:r>
              <a:t>4.  舆论热度呈事件驱动特征：重要政治节点引发舆论高峰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舆论传播机制与意见领袖分析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研究局限与未来展望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研究局限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数据来源单一（仅Twitter）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语言处理局限（主要中文）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因果推断缺失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时间窗口限制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未来展望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多平台数据融合（微博、微信）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引入BERT等深度学习模型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构建实时监测系统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• • 舆论传播趋势预测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舆论传播机制与意见领袖分析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Page, L., Brin, S., Motwani, R., &amp; Winograd, T. (1999). The PageRank citation ranking: Bringing order to the web.</a:t>
            </a:r>
          </a:p>
          <a:p>
            <a:pPr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Newman, M. E. (2003). The structure and function of complex networks.</a:t>
            </a:r>
          </a:p>
          <a:p>
            <a:pPr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Bakshy, E., et al. (2012). Identifying 'influencers' on Twitter.</a:t>
            </a:r>
          </a:p>
          <a:p>
            <a:pPr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日本高市早苗官方推文数据集 (2025-2026).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舆论传播机制与意见领袖分析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DCF0"/>
                </a:solidFill>
              </a:defRPr>
            </a:pPr>
            <a:r>
              <a:t>Thank You for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C8DC"/>
                </a:solidFill>
              </a:defRPr>
            </a:pPr>
            <a:r>
              <a:t>AI Society Research Team  |  2026年5月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